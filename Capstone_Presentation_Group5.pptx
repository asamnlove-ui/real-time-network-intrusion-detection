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5 — Real-Time Network Intrusion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FUSE AI-201 · Module 6 Capstone · NSL-KDD → Normal / DoS / Probe / R2L / U2R</a:t>
            </a:r>
          </a:p>
          <a:p>
            <a:r>
              <a:rPr sz="2000"/>
              <a:t>Decision-support prototype only · No synthetic data · 11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Problem &amp;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SOC analysts drown in alerts; signatures/rules miss novel attacks + false-alarm.</a:t>
            </a:r>
          </a:p>
          <a:p>
            <a:r>
              <a:rPr sz="2000"/>
              <a:t>Users: analysts, net-admins, SOC, IT managers. Advisory only — never auto-block.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Dataset → Model →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41 NSL-KDD features (3 cat + 38 num) → 5 classes.</a:t>
            </a:r>
          </a:p>
          <a:p>
            <a:r>
              <a:rPr sz="2000"/>
              <a:t>Pipeline: OneHot(ignore-unknown) + passthrough → HistGradientBoosting (balanced).</a:t>
            </a:r>
          </a:p>
          <a:p>
            <a:r>
              <a:rPr sz="2000"/>
              <a:t>App: Streamlit form + batch CSV → class + probabilities + latency + warning.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LIVE DEMO (single + batch)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Tab 1 defaults → Normal (high prob). Scan-like row → DoS.</a:t>
            </a:r>
          </a:p>
          <a:p>
            <a:r>
              <a:rPr sz="2000"/>
              <a:t>Tab 2: sample_inputs.csv → Normal/DoS/Normal + chart + download.</a:t>
            </a:r>
          </a:p>
          <a:p>
            <a:r>
              <a:rPr sz="2000"/>
              <a:t>Bad CSV / unknown service → safe explicit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test_system.py: 6/6 PASSED (artifact, batch, proba, invalid-input, latency ≈2ms, determinism).</a:t>
            </a:r>
          </a:p>
          <a:p>
            <a:r>
              <a:rPr sz="2000"/>
              <a:t>KDDTest+ n=22,544: acc 0.80 · macro-F1 0.66 · weighted-F1 0.78.</a:t>
            </a:r>
          </a:p>
          <a:p>
            <a:r>
              <a:rPr sz="2000"/>
              <a:t>R2L/U2R recall 0.28 — 52 U2R train rows, 17 test-only attacks. Target 0.80 missed, stated openly.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·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GitHub = source of truth → Streamlit Cloud demo.</a:t>
            </a:r>
          </a:p>
          <a:p>
            <a:r>
              <a:rPr sz="2000"/>
              <a:t>FastAPI (/health /predict /predict_batch) + Dockerfile = SOC path.</a:t>
            </a:r>
          </a:p>
          <a:p>
            <a:r>
              <a:rPr sz="2000"/>
              <a:t>Reviewer: pip install → test_system.py → streamlit run app/app.py. No secrets.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· Monitoring, Support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Daily pred/confidence histograms · weekly labelled sample · latency/drift alerts.</a:t>
            </a:r>
          </a:p>
          <a:p>
            <a:r>
              <a:rPr sz="2000"/>
              <a:t>Retrain gate: time-sliced holdout, no rare-class regression, 10% canary, versioned artifacts + rollback.</a:t>
            </a:r>
          </a:p>
          <a:p>
            <a:r>
              <a:rPr sz="2000"/>
              <a:t>Advisory-only, minimal logging, pinned deps, quarterly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· Reflection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Learned: baselines-first, one-artifact reproducibility, UX as safety.</a:t>
            </a:r>
          </a:p>
          <a:p>
            <a:r>
              <a:rPr sz="2000"/>
              <a:t>Limits: rare-class recall, stale benchmark, uncalibrated probs, planned-not-running monitoring.</a:t>
            </a:r>
          </a:p>
          <a:p>
            <a:r>
              <a:rPr sz="2000"/>
              <a:t>Next: calibration + review queue, R2L/U2R data, MLflow registry, modern-traffic pilot.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